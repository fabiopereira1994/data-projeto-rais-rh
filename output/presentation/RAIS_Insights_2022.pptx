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A8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Análise do Mercado de Trabalho 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Microdados RAIS 2022 — Simulado com base na estrutura oficial do MTE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560320" cy="54864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4,802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2560320" cy="50292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Vínculos
Analisados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R$ 5,800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520440"/>
            <a:ext cx="2560320" cy="50292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Salário
Médio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4,009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520440"/>
            <a:ext cx="2560320" cy="50292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Vínculos
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8412480" cy="365760"/>
          </a:xfrm>
          <a:prstGeom prst="rect">
            <a:avLst/>
          </a:prstGeom>
          <a:solidFill>
            <a:srgbClr val="173759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Projeto 1 — Portfólio de Engenharia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920240" cy="41148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192024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Leitura do Excel com
Pandas + inspeção
inicial dos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188720"/>
            <a:ext cx="1920240" cy="50292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37360"/>
            <a:ext cx="1920240" cy="41148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Limpeza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240280"/>
            <a:ext cx="192024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Tratamento de nulos,
valores inválidos e
padronização de 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1920240" cy="41148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Análise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192024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Geração de métricas,
insights e 7 gráficos
com Matplotlib/Seaborn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188720"/>
            <a:ext cx="1920240" cy="50292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37360"/>
            <a:ext cx="1920240" cy="41148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Apresentação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40280"/>
            <a:ext cx="192024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Slides automáticos
gerados com
python-pptx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Stack Utilizada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🐍 Python 3.11   🐼 Pandas   📈 Matplotlib / Seaborn   📊 OpenPyXL   📑 python-pptx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Salário Médio por Setor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Comparativo entre os 10 setores de atividade econômica</a:t>
            </a:r>
          </a:p>
        </p:txBody>
      </p:sp>
      <p:pic>
        <p:nvPicPr>
          <p:cNvPr id="4" name="Picture 3" descr="01_salario_por_se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Tecnologia da Informação lidera com maior salário médio, seguida de Serviços Financeiros e Saúde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Distribuição por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Proporção de vínculos masculinos e femininos na base</a:t>
            </a:r>
          </a:p>
        </p:txBody>
      </p:sp>
      <p:pic>
        <p:nvPicPr>
          <p:cNvPr id="4" name="Picture 3" descr="02_distribuicao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Distribuição equilibrada entre gêneros, com leve predominância masculina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Distribuição por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Nível de escolaridade dos trabalhadores formais</a:t>
            </a:r>
          </a:p>
        </p:txBody>
      </p:sp>
      <p:pic>
        <p:nvPicPr>
          <p:cNvPr id="4" name="Picture 3" descr="03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Ensino Médio Completo é o nível mais frequente, seguido de Superior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Distribuição por Faixa Etária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Concentração etária dos vínculos empregatícios</a:t>
            </a:r>
          </a:p>
        </p:txBody>
      </p:sp>
      <p:pic>
        <p:nvPicPr>
          <p:cNvPr id="4" name="Picture 3" descr="04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Trabalhadores entre 35 e 54 anos representam a maior parcela da força de trabalho formal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Gap Salarial por Gênero e Setor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Comparativo do salário médio entre homens e mulheres por setor</a:t>
            </a:r>
          </a:p>
        </p:txBody>
      </p:sp>
      <p:pic>
        <p:nvPicPr>
          <p:cNvPr id="4" name="Picture 3" descr="05_salario_genero_se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Disparidades salariais de gênero variam por setor — TI e Finanças apresentam maiores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Situação dos Vínculos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Proporção entre vínculos ativos e desligados em 2022</a:t>
            </a:r>
          </a:p>
        </p:txBody>
      </p:sp>
      <p:pic>
        <p:nvPicPr>
          <p:cNvPr id="4" name="Picture 3" descr="06_situacao_vinc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83,5% dos vínculos estavam ativos ao final de 2022, indicando baixa rotatividade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Top 10 Cargos Mais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Cargos com maior volume de vínculos formais na base</a:t>
            </a:r>
          </a:p>
        </p:txBody>
      </p:sp>
      <p:pic>
        <p:nvPicPr>
          <p:cNvPr id="4" name="Picture 3" descr="07_top_car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8412480" cy="59436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💡  Cargos operacionais e de saúde dominam o ranking de frequência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Conclusões &amp;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A8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🏆  Tecnologia Da Informação lidera os maiores salários médios da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⚖️   Gap salarial de gênero de 0.5% — tema relevante para 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📋  Taxa de retenção de 83.5% indica baixa rotatividade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8229600" cy="59436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🎓  Escolaridade superior está associada a maiores faixas salariais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👥  Faixa etária 35-54 anos concentra a maior parte dos vínculos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03520"/>
            <a:ext cx="8412480" cy="502920"/>
          </a:xfrm>
          <a:prstGeom prst="rect">
            <a:avLst/>
          </a:prstGeom>
          <a:solidFill>
            <a:srgbClr val="173759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Próximo Projeto →  Banco de dados PostgreSQL +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